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1713" y="842963"/>
            <a:ext cx="9232899" cy="1743076"/>
          </a:xfrm>
        </p:spPr>
        <p:txBody>
          <a:bodyPr/>
          <a:lstStyle/>
          <a:p>
            <a:r>
              <a:rPr lang="en-US" dirty="0" smtClean="0"/>
              <a:t>Shortest Path Finder</a:t>
            </a:r>
            <a:br>
              <a:rPr lang="en-US" dirty="0" smtClean="0"/>
            </a:br>
            <a:r>
              <a:rPr lang="en-US" sz="3200" dirty="0" smtClean="0"/>
              <a:t>using </a:t>
            </a:r>
            <a:r>
              <a:rPr lang="en-US" sz="3200" dirty="0" err="1" smtClean="0"/>
              <a:t>Dijkstra’s</a:t>
            </a:r>
            <a:r>
              <a:rPr lang="en-US" sz="3200" dirty="0" smtClean="0"/>
              <a:t> Algorithm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4629" y="3468915"/>
            <a:ext cx="9849984" cy="1345974"/>
          </a:xfrm>
        </p:spPr>
        <p:txBody>
          <a:bodyPr>
            <a:noAutofit/>
          </a:bodyPr>
          <a:lstStyle/>
          <a:p>
            <a:r>
              <a:rPr lang="en-US" sz="2000" dirty="0" smtClean="0"/>
              <a:t>    Name </a:t>
            </a:r>
            <a:r>
              <a:rPr lang="en-US" sz="2000" dirty="0"/>
              <a:t>–    </a:t>
            </a:r>
            <a:r>
              <a:rPr lang="en-US" sz="2000" dirty="0" smtClean="0"/>
              <a:t>Deepak                       Roll </a:t>
            </a:r>
            <a:r>
              <a:rPr lang="en-US" sz="2000" dirty="0"/>
              <a:t>Number –  23AK1A0535 </a:t>
            </a:r>
            <a:endParaRPr lang="en-US" sz="2000" dirty="0" smtClean="0"/>
          </a:p>
          <a:p>
            <a:r>
              <a:rPr lang="en-US" sz="2000" dirty="0" smtClean="0"/>
              <a:t>     Name –   </a:t>
            </a:r>
            <a:r>
              <a:rPr lang="en-US" sz="2000" dirty="0" err="1" smtClean="0"/>
              <a:t>Devaraju</a:t>
            </a:r>
            <a:r>
              <a:rPr lang="en-US" sz="2000" dirty="0" smtClean="0"/>
              <a:t>                     Roll </a:t>
            </a:r>
            <a:r>
              <a:rPr lang="en-US" sz="2000" dirty="0"/>
              <a:t>Number –  </a:t>
            </a:r>
            <a:r>
              <a:rPr lang="en-US" sz="2000" dirty="0" smtClean="0"/>
              <a:t>23AK1A0536 </a:t>
            </a:r>
          </a:p>
          <a:p>
            <a:r>
              <a:rPr lang="en-US" sz="2000" dirty="0" smtClean="0"/>
              <a:t>     Name-     Dinesh                         Roll </a:t>
            </a:r>
            <a:r>
              <a:rPr lang="en-US" sz="2000" dirty="0"/>
              <a:t>Number –  </a:t>
            </a:r>
            <a:r>
              <a:rPr lang="en-US" sz="2000" dirty="0" smtClean="0"/>
              <a:t>23AK1A0540</a:t>
            </a:r>
            <a:endParaRPr lang="en-US" sz="2000" dirty="0"/>
          </a:p>
          <a:p>
            <a:r>
              <a:rPr lang="en-US" sz="2000" dirty="0" smtClean="0"/>
              <a:t>                             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149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574" y="438373"/>
            <a:ext cx="8911687" cy="818928"/>
          </a:xfrm>
        </p:spPr>
        <p:txBody>
          <a:bodyPr/>
          <a:lstStyle/>
          <a:p>
            <a:r>
              <a:rPr lang="en-US" b="1" dirty="0" smtClean="0"/>
              <a:t>    Problem </a:t>
            </a:r>
            <a:r>
              <a:rPr lang="en-US" b="1" dirty="0"/>
              <a:t>Statement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19286" y="1257301"/>
            <a:ext cx="83248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Finding the shortest route manually in large networks is difficult and time-consuming.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5938" y="1903632"/>
            <a:ext cx="735806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 Challenges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-   Managing </a:t>
            </a:r>
            <a:r>
              <a:rPr lang="en-US" dirty="0"/>
              <a:t>multiple routes and </a:t>
            </a:r>
            <a:r>
              <a:rPr lang="en-US" dirty="0" smtClean="0"/>
              <a:t>distances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Visualizing </a:t>
            </a:r>
            <a:r>
              <a:rPr lang="en-US" dirty="0"/>
              <a:t>graph connections </a:t>
            </a:r>
            <a:r>
              <a:rPr lang="en-US" dirty="0" smtClean="0"/>
              <a:t>clearly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Calculating </a:t>
            </a:r>
            <a:r>
              <a:rPr lang="en-US" dirty="0"/>
              <a:t>shortest paths </a:t>
            </a:r>
            <a:r>
              <a:rPr lang="en-US" dirty="0" smtClean="0"/>
              <a:t>efficiently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   </a:t>
            </a:r>
            <a:r>
              <a:rPr lang="en-US" dirty="0"/>
              <a:t>Creating an interactive </a:t>
            </a:r>
            <a:r>
              <a:rPr lang="en-US" dirty="0" smtClean="0"/>
              <a:t>GUI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19286" y="5114925"/>
            <a:ext cx="93392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project helps users find the shortest and most efficient route between locations quickly and accurately.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9286" y="4468594"/>
            <a:ext cx="35671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Need for project</a:t>
            </a:r>
          </a:p>
        </p:txBody>
      </p:sp>
    </p:spTree>
    <p:extLst>
      <p:ext uri="{BB962C8B-B14F-4D97-AF65-F5344CB8AC3E}">
        <p14:creationId xmlns:p14="http://schemas.microsoft.com/office/powerpoint/2010/main" val="124219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442914"/>
            <a:ext cx="8911687" cy="857249"/>
          </a:xfrm>
        </p:spPr>
        <p:txBody>
          <a:bodyPr/>
          <a:lstStyle/>
          <a:p>
            <a:r>
              <a:rPr lang="en-US" b="1" dirty="0"/>
              <a:t>Methodology / Approach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00213" y="1300165"/>
            <a:ext cx="7443788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.</a:t>
            </a:r>
            <a:r>
              <a:rPr lang="en-US" sz="2800" dirty="0" smtClean="0"/>
              <a:t>Technologies Used</a:t>
            </a:r>
          </a:p>
          <a:p>
            <a:r>
              <a:rPr lang="en-US" sz="3200" dirty="0" smtClean="0"/>
              <a:t>-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Frontend                         -Backend               </a:t>
            </a:r>
          </a:p>
          <a:p>
            <a:r>
              <a:rPr lang="en-US" dirty="0" smtClean="0"/>
              <a:t>  * Java Swing GUI                           * Java</a:t>
            </a:r>
          </a:p>
          <a:p>
            <a:r>
              <a:rPr lang="en-US" dirty="0" smtClean="0"/>
              <a:t>  * Buttons                                          *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</a:p>
          <a:p>
            <a:r>
              <a:rPr lang="en-US" dirty="0" smtClean="0"/>
              <a:t>  * Panels                                           * Graph Data Structure </a:t>
            </a:r>
          </a:p>
          <a:p>
            <a:r>
              <a:rPr lang="en-US" dirty="0" smtClean="0"/>
              <a:t>  * Graph Visualization                     * </a:t>
            </a:r>
            <a:r>
              <a:rPr lang="en-US" dirty="0"/>
              <a:t>Route Calculation </a:t>
            </a:r>
            <a:r>
              <a:rPr lang="en-US" dirty="0" smtClean="0"/>
              <a:t>Logic          </a:t>
            </a:r>
          </a:p>
          <a:p>
            <a:r>
              <a:rPr lang="en-US" dirty="0" smtClean="0"/>
              <a:t>  * Login Page </a:t>
            </a:r>
          </a:p>
          <a:p>
            <a:r>
              <a:rPr lang="en-US" dirty="0" smtClean="0"/>
              <a:t>  * Dashboard Interface</a:t>
            </a:r>
          </a:p>
          <a:p>
            <a:r>
              <a:rPr lang="en-US" dirty="0" smtClean="0"/>
              <a:t>                                                          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43114" y="4129088"/>
            <a:ext cx="45434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.</a:t>
            </a:r>
            <a:r>
              <a:rPr lang="en-US" sz="2800" dirty="0"/>
              <a:t>Working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43114" y="4814888"/>
            <a:ext cx="71008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User </a:t>
            </a:r>
            <a:r>
              <a:rPr lang="en-US" dirty="0"/>
              <a:t>selects source and destination cities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graph data is loaded into the system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r>
              <a:rPr lang="en-US" dirty="0" err="1" smtClean="0"/>
              <a:t>Dijkstra</a:t>
            </a:r>
            <a:r>
              <a:rPr lang="en-US" dirty="0" smtClean="0"/>
              <a:t> </a:t>
            </a:r>
            <a:r>
              <a:rPr lang="en-US" dirty="0"/>
              <a:t>Algorithm calculates the shortest path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shortest route and distance are displayed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r>
              <a:rPr lang="en-US" dirty="0" smtClean="0"/>
              <a:t>Graph </a:t>
            </a:r>
            <a:r>
              <a:rPr lang="en-US" dirty="0"/>
              <a:t>visualization highlights the selected path.</a:t>
            </a:r>
          </a:p>
        </p:txBody>
      </p:sp>
    </p:spTree>
    <p:extLst>
      <p:ext uri="{BB962C8B-B14F-4D97-AF65-F5344CB8AC3E}">
        <p14:creationId xmlns:p14="http://schemas.microsoft.com/office/powerpoint/2010/main" val="254760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Results/Outcome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8" y="1364343"/>
            <a:ext cx="4949372" cy="24529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1364343"/>
            <a:ext cx="5181600" cy="24529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8" y="4107543"/>
            <a:ext cx="4949372" cy="2598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4107543"/>
            <a:ext cx="5181599" cy="259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026" y="624110"/>
            <a:ext cx="9018586" cy="833215"/>
          </a:xfrm>
        </p:spPr>
        <p:txBody>
          <a:bodyPr/>
          <a:lstStyle/>
          <a:p>
            <a:r>
              <a:rPr lang="en-US" b="1" dirty="0" smtClean="0"/>
              <a:t>                 Conclusion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85913" y="1757363"/>
            <a:ext cx="9644062" cy="957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project successfully implements </a:t>
            </a:r>
            <a:r>
              <a:rPr lang="en-US" sz="2000" dirty="0" err="1"/>
              <a:t>Dijkstra</a:t>
            </a:r>
            <a:r>
              <a:rPr lang="en-US" sz="2000" dirty="0"/>
              <a:t> Algorithm to find the shortest path between cities using an interactive Java Swing graphical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225" y="3128963"/>
            <a:ext cx="73437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Future Enhancements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sz="2000" dirty="0"/>
              <a:t>Real map integration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Database connectivity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Traffic analysis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User registration system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Mobile application support</a:t>
            </a:r>
          </a:p>
        </p:txBody>
      </p:sp>
    </p:spTree>
    <p:extLst>
      <p:ext uri="{BB962C8B-B14F-4D97-AF65-F5344CB8AC3E}">
        <p14:creationId xmlns:p14="http://schemas.microsoft.com/office/powerpoint/2010/main" val="39571870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117</TotalTime>
  <Words>215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Shortest Path Finder using Dijkstra’s Algorithm</vt:lpstr>
      <vt:lpstr>    Problem Statement</vt:lpstr>
      <vt:lpstr>Methodology / Approach</vt:lpstr>
      <vt:lpstr>Results/Outcome</vt:lpstr>
      <vt:lpstr>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Shortest Path Finder using Dijkstra’s Algorithm</dc:title>
  <dc:creator>hi</dc:creator>
  <cp:lastModifiedBy>hi</cp:lastModifiedBy>
  <cp:revision>8</cp:revision>
  <dcterms:created xsi:type="dcterms:W3CDTF">2026-06-23T07:16:06Z</dcterms:created>
  <dcterms:modified xsi:type="dcterms:W3CDTF">2026-06-23T17:24:01Z</dcterms:modified>
</cp:coreProperties>
</file>